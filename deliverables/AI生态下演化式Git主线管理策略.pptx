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ea47b3ea504e14" /><Relationship Type="http://schemas.openxmlformats.org/officeDocument/2006/relationships/extended-properties" Target="/docProps/app.xml" Id="R89e36f16c9a04c4a" /><Relationship Type="http://schemas.openxmlformats.org/officeDocument/2006/relationships/officeDocument" Target="/ppt/presentation.xml" Id="Rba31586ce6bd44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707a501b134c6d"/>
  </p:sldMasterIdLst>
  <p:notesMasterIdLst>
    <p:notesMasterId xmlns:r="http://schemas.openxmlformats.org/officeDocument/2006/relationships" r:id="R608d91c3363f42ef"/>
  </p:notesMasterIdLst>
  <p:sldIdLst>
    <p:sldId xmlns:r="http://schemas.openxmlformats.org/officeDocument/2006/relationships" id="256" r:id="R2ccc2c97bcef4fc7"/>
    <p:sldId xmlns:r="http://schemas.openxmlformats.org/officeDocument/2006/relationships" id="257" r:id="R2ebcc3ede25443b1"/>
    <p:sldId xmlns:r="http://schemas.openxmlformats.org/officeDocument/2006/relationships" id="258" r:id="Re6db7e6c25914c65"/>
    <p:sldId xmlns:r="http://schemas.openxmlformats.org/officeDocument/2006/relationships" id="259" r:id="Rba5bc2f199824f01"/>
    <p:sldId xmlns:r="http://schemas.openxmlformats.org/officeDocument/2006/relationships" id="260" r:id="Rc9a59b452e2944b0"/>
    <p:sldId xmlns:r="http://schemas.openxmlformats.org/officeDocument/2006/relationships" id="261" r:id="R3b85a1c7fce34e41"/>
    <p:sldId xmlns:r="http://schemas.openxmlformats.org/officeDocument/2006/relationships" id="262" r:id="R21c6b4aa98674feb"/>
    <p:sldId xmlns:r="http://schemas.openxmlformats.org/officeDocument/2006/relationships" id="263" r:id="Rebf7df070a74463b"/>
    <p:sldId xmlns:r="http://schemas.openxmlformats.org/officeDocument/2006/relationships" id="264" r:id="Rc7bb7c36763a48f1"/>
    <p:sldId xmlns:r="http://schemas.openxmlformats.org/officeDocument/2006/relationships" id="265" r:id="Re41517f005ae46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6f4d8cfba34685" /><Relationship Type="http://schemas.openxmlformats.org/officeDocument/2006/relationships/slideMaster" Target="/ppt/slideMasters/slideMaster1.xml" Id="R97707a501b134c6d" /><Relationship Type="http://schemas.openxmlformats.org/officeDocument/2006/relationships/notesMaster" Target="/ppt/notesMasters/notesMaster1.xml" Id="R608d91c3363f42ef" /><Relationship Type="http://schemas.openxmlformats.org/officeDocument/2006/relationships/presProps" Target="/ppt/presProps.xml" Id="R9e256c5b8fa24140" /><Relationship Type="http://schemas.openxmlformats.org/officeDocument/2006/relationships/tableStyles" Target="/ppt/tableStyles.xml" Id="Rb49f9f2cb32841a5" /><Relationship Type="http://schemas.openxmlformats.org/officeDocument/2006/relationships/slide" Target="/ppt/slides/slide1.xml" Id="R2ccc2c97bcef4fc7" /><Relationship Type="http://schemas.openxmlformats.org/officeDocument/2006/relationships/slide" Target="/ppt/slides/slide2.xml" Id="R2ebcc3ede25443b1" /><Relationship Type="http://schemas.openxmlformats.org/officeDocument/2006/relationships/slide" Target="/ppt/slides/slide3.xml" Id="Re6db7e6c25914c65" /><Relationship Type="http://schemas.openxmlformats.org/officeDocument/2006/relationships/slide" Target="/ppt/slides/slide4.xml" Id="Rba5bc2f199824f01" /><Relationship Type="http://schemas.openxmlformats.org/officeDocument/2006/relationships/slide" Target="/ppt/slides/slide5.xml" Id="Rc9a59b452e2944b0" /><Relationship Type="http://schemas.openxmlformats.org/officeDocument/2006/relationships/slide" Target="/ppt/slides/slide6.xml" Id="R3b85a1c7fce34e41" /><Relationship Type="http://schemas.openxmlformats.org/officeDocument/2006/relationships/slide" Target="/ppt/slides/slide7.xml" Id="R21c6b4aa98674feb" /><Relationship Type="http://schemas.openxmlformats.org/officeDocument/2006/relationships/slide" Target="/ppt/slides/slide8.xml" Id="Rebf7df070a74463b" /><Relationship Type="http://schemas.openxmlformats.org/officeDocument/2006/relationships/slide" Target="/ppt/slides/slide9.xml" Id="Rc7bb7c36763a48f1" /><Relationship Type="http://schemas.openxmlformats.org/officeDocument/2006/relationships/slide" Target="/ppt/slides/slide10.xml" Id="Re41517f005ae46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a6ea332ddb42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1fc06966fd41e2" /><Relationship Type="http://schemas.openxmlformats.org/officeDocument/2006/relationships/notesMaster" Target="/ppt/notesMasters/notesMaster1.xml" Id="Rb0e34d49eb0743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00e2cf27b64b00" /><Relationship Type="http://schemas.openxmlformats.org/officeDocument/2006/relationships/notesMaster" Target="/ppt/notesMasters/notesMaster1.xml" Id="R17f509b42ad049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cac50b366644bd" /><Relationship Type="http://schemas.openxmlformats.org/officeDocument/2006/relationships/notesMaster" Target="/ppt/notesMasters/notesMaster1.xml" Id="R869a75c781bd4b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89675f86c04bdf" /><Relationship Type="http://schemas.openxmlformats.org/officeDocument/2006/relationships/notesMaster" Target="/ppt/notesMasters/notesMaster1.xml" Id="Re4859b603d7741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a41c4074664d33" /><Relationship Type="http://schemas.openxmlformats.org/officeDocument/2006/relationships/notesMaster" Target="/ppt/notesMasters/notesMaster1.xml" Id="R494781f86f6446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49a35f39c14130" /><Relationship Type="http://schemas.openxmlformats.org/officeDocument/2006/relationships/notesMaster" Target="/ppt/notesMasters/notesMaster1.xml" Id="R8cf7008721ec4f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6281b1cdb24c0f" /><Relationship Type="http://schemas.openxmlformats.org/officeDocument/2006/relationships/notesMaster" Target="/ppt/notesMasters/notesMaster1.xml" Id="R6ea6d643a2e44e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79da1b956b45ae" /><Relationship Type="http://schemas.openxmlformats.org/officeDocument/2006/relationships/notesMaster" Target="/ppt/notesMasters/notesMaster1.xml" Id="Rc6844d392eb04f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37bde1571747dd" /><Relationship Type="http://schemas.openxmlformats.org/officeDocument/2006/relationships/notesMaster" Target="/ppt/notesMasters/notesMaster1.xml" Id="R8185f500414641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a6d1d605824afa" /><Relationship Type="http://schemas.openxmlformats.org/officeDocument/2006/relationships/notesMaster" Target="/ppt/notesMasters/notesMaster1.xml" Id="Rf5bd3819832148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本方案依据用户提出的AI生态分支演化思路整理，无外部数据来源。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本方案依据用户提出的AI生态分支演化思路整理，无外部数据来源。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本方案依据用户提出的AI生态分支演化思路整理，无外部数据来源。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本方案依据用户提出的AI生态分支演化思路整理，无外部数据来源。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本方案依据用户提出的AI生态分支演化思路整理，无外部数据来源。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本方案依据用户提出的AI生态分支演化思路整理，无外部数据来源。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本方案依据用户提出的AI生态分支演化思路整理，无外部数据来源。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本方案依据用户提出的AI生态分支演化思路整理，无外部数据来源。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本方案依据用户提出的AI生态分支演化思路整理，无外部数据来源。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本方案依据用户提出的AI生态分支演化思路整理，无外部数据来源。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7c2428fdf4e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c6ae787e4948da" /><Relationship Type="http://schemas.openxmlformats.org/officeDocument/2006/relationships/slideLayout" Target="/ppt/slideLayouts/slideLayout1.xml" Id="Re6bb1d0fd0c94b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bb1d0fd0c94b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e6857daf344a3" /><Relationship Type="http://schemas.openxmlformats.org/officeDocument/2006/relationships/notesSlide" Target="/ppt/notesSlides/notesSlide1.xml" Id="R65772b5955734a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3c21d03e34a8d" /><Relationship Type="http://schemas.openxmlformats.org/officeDocument/2006/relationships/notesSlide" Target="/ppt/notesSlides/notesSlide2.xml" Id="Rf30fdf7259d346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530d064c64af7" /><Relationship Type="http://schemas.openxmlformats.org/officeDocument/2006/relationships/notesSlide" Target="/ppt/notesSlides/notesSlide3.xml" Id="Rd74a2846f0d342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09c311f3b4fff" /><Relationship Type="http://schemas.openxmlformats.org/officeDocument/2006/relationships/notesSlide" Target="/ppt/notesSlides/notesSlide4.xml" Id="R735ed56ffaa34d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5a87dc7994937" /><Relationship Type="http://schemas.openxmlformats.org/officeDocument/2006/relationships/notesSlide" Target="/ppt/notesSlides/notesSlide5.xml" Id="R8e4ad154e9664b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510e520e5416d" /><Relationship Type="http://schemas.openxmlformats.org/officeDocument/2006/relationships/notesSlide" Target="/ppt/notesSlides/notesSlide6.xml" Id="R0f285133301f44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811b7d1654dde" /><Relationship Type="http://schemas.openxmlformats.org/officeDocument/2006/relationships/notesSlide" Target="/ppt/notesSlides/notesSlide7.xml" Id="Rb9e9947fce9d44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0e9475ec74822" /><Relationship Type="http://schemas.openxmlformats.org/officeDocument/2006/relationships/notesSlide" Target="/ppt/notesSlides/notesSlide8.xml" Id="Rf00acda1caeb47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9bb970e974c0d" /><Relationship Type="http://schemas.openxmlformats.org/officeDocument/2006/relationships/notesSlide" Target="/ppt/notesSlides/notesSlide9.xml" Id="R51d0ad59705f48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fe170902f41ca" /><Relationship Type="http://schemas.openxmlformats.org/officeDocument/2006/relationships/notesSlide" Target="/ppt/notesSlides/notesSlide10.xml" Id="Re929e70276b948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CE330-6A87-4C72-BE44-0C9FB101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管理策略方案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CE91D-8604-47C6-BBB9-72ED60FC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981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AI生态下的</a:t>
            </a:r>
          </a:p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演化式Git主线管理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EBCD2-5807-4C19-8036-10519523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让侧分支从“功能实验”成长为“下一代产品主线”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419100" y="5857875"/>
            <a:ext cx="29527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3D8DF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5430D-6FA9-4BD1-84F0-EFBB05DD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96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策略汇报稿 · 2026</a:t>
            </a:r>
          </a:p>
        </p:txBody>
      </p:sp>
    </p:spTree>
    <p:extLst>
      <p:ext uri="{BB962C8B-B14F-4D97-AF65-F5344CB8AC3E}">
        <p14:creationId xmlns:p14="http://schemas.microsoft.com/office/powerpoint/2010/main" val="1114259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03CD8C-1A48-4DC7-9059-BC7F8574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主分支代表“当前最好版本”，而不是永久不变的血统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7BB82-3A7E-4650-AD61-615A3119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A7554-A2AE-4D22-87C1-3DA37614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传统认知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F955F-0B2D-4395-B835-889BED08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main 是唯一中心</a:t>
            </a:r>
          </a:p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侧分支只是临时施工区</a:t>
            </a:r>
          </a:p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完成后必须回归 main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5953125" y="1619250"/>
            <a:ext cx="0" cy="3429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C437F-1916-455F-82CF-B69F0770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演化式认知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4C2C1-4915-4140-98A3-DC3C6D0C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main 是当前代产品</a:t>
            </a:r>
          </a:p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侧分支可能持续吸收能力</a:t>
            </a:r>
          </a:p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成熟路线可晋升为新主线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B6FDE-ED6C-42EE-8330-7FFEF2D0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28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5480B-E0DB-4E09-AD19-2903FB43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625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主线是一种治理角色，而非固定身份</a:t>
            </a:r>
          </a:p>
        </p:txBody>
      </p:sp>
    </p:spTree>
    <p:extLst>
      <p:ext uri="{BB962C8B-B14F-4D97-AF65-F5344CB8AC3E}">
        <p14:creationId xmlns:p14="http://schemas.microsoft.com/office/powerpoint/2010/main" val="585376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52942F-4031-407A-976F-6C46869D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三条路线承担不同使命，只有产品演化路线参与主线晋升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0FA33-BD47-4581-9B84-5B9F5406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857375"/>
            <a:ext cx="31623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11111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98B4F-E6CD-43B1-A4E0-FD4F452C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7BBC0-BBAF-4904-8727-18C007C4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286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当前正式基线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完整、稳定、可发布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不包含Mock数据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305300" y="1857375"/>
            <a:ext cx="31623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6DCBF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2BD59-EBB1-484A-A6E2-857D501A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431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2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demo/customer-roadshow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1A800-F14C-4AFE-975B-F235C825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3286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客户路演版本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独立演示数据库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不整体合入主线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8210550" y="1857375"/>
            <a:ext cx="31623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3D8D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60AEF-1BB6-43CE-A835-D8B9614E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431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feature → evolution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5EC2A-F491-454E-A9A5-21A43D8E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3286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界面与产品演化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持续吸收新业务能力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具备晋升资格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402B0-96F6-44CC-988A-DE451E8D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关键隔离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7B14A-C144-46A2-9FB7-DC2FBA89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017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代码分支负责版本隔离；独立数据库负责路演数据隔离。二者不能互相替代。</a:t>
            </a:r>
          </a:p>
        </p:txBody>
      </p:sp>
    </p:spTree>
    <p:extLst>
      <p:ext uri="{BB962C8B-B14F-4D97-AF65-F5344CB8AC3E}">
        <p14:creationId xmlns:p14="http://schemas.microsoft.com/office/powerpoint/2010/main" val="964579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91C481-5D79-4C11-96CF-4D60413E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侧分支通过四级身份升级，逐步获得主线资格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E85BB-38B4-4854-816C-230ED4BB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2619375" y="3171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5476875" y="3171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8334375" y="3171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A8E4D-23E1-4FD3-9D49-8577409F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15779-2C32-43E9-853C-C7A0527F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81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422A0-D1BE-48FF-AE6A-1BBBC02E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57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单点实验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59038-BB45-4822-91FE-EB1E5A17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48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限定修改范围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验证可用性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0A622-52DE-4260-B712-10B06FA6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BE071-51D6-46A0-9ED9-AE730C44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81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EVOLUTION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E7904-8B24-48F8-AA97-C38FFAD7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产品演化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FC7D0-77D7-42E0-8A96-2AF1018C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48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吸收新场景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建立能力清单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271CE-DAA7-4610-A9A6-5A4541C5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5EC78-68A6-4AA6-907C-9AD68B66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81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0C665-F361-4D7E-81A6-8C47AEE1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57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候选主线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4519C-1E10-4903-A57C-558E4174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48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完整回归测试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业务与数据验收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E2FD9-48D7-43C1-AFD8-0C245CFF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43125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A03B0-5921-4A3D-8466-5D614564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381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6EB2F-87CB-4B53-95EA-A7E82F81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575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正式晋升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81A43-27D4-42B8-AA3A-2D864B39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4805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成为默认基线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旧版本转入维护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12A44-FD0E-47C7-B821-1611142E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身份变化必须显式发生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495C5-514F-4C1A-B8B9-532BBBB3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当UI分支开始修改业务行为时，应升级为 evolution 分支，而不是继续以“只改界面”名义扩张。</a:t>
            </a:r>
          </a:p>
        </p:txBody>
      </p:sp>
    </p:spTree>
    <p:extLst>
      <p:ext uri="{BB962C8B-B14F-4D97-AF65-F5344CB8AC3E}">
        <p14:creationId xmlns:p14="http://schemas.microsoft.com/office/powerpoint/2010/main" val="1920017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7CEA9C-8CF3-4EE5-8C2F-4D526C31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晋升主线依靠验收门槛，不依靠分支规模或开发时间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EBFE8-46CD-4739-8726-B9907D5D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10D4F-ABDE-4B95-B408-2E7D9371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0314F-5973-43C8-A04D-37A56565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业务完整性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868AA-544E-4D57-9FCB-ABCF88A2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430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原有链路不退化，新场景形成闭环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257300" y="220980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4C569-DD2D-4347-8A1C-DF26C30C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8B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E8B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A6D17-5961-4CC2-B68E-48CA008A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数据安全性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E5EDB-B2CC-4782-9188-46FFAECC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98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迁移可执行，Mock与正式数据完全隔离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257300" y="327660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06E98-6ACB-4395-96AB-3F9B42B0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87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8871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C722E-2F4E-45D8-B6C4-9D3674F2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576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质量稳定性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A2F2D-08F7-426A-806A-2916AE0D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核心回归、权限、库存过账与异常场景通过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257300" y="434340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6F58E-0C9C-4187-B478-ECA93C68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4A4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796FB-9765-480D-9E29-1087911C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交付可运营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0AB16-12BE-46E8-9D79-7BF9038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434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部署、回退、文档和版本标签全部准备完成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257300" y="541020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673121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EFA42D-194D-4B2E-9DB7-44BE5661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传统Git管理与演化式主线管理的核心差异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B56A8-9B5E-4BDE-9612-5FF1AC4A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E4D57-D4B4-49D6-9133-9378E658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6D094-1F08-4DC7-A5EB-794A747E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比较维度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250FF-6367-4487-8254-62A93649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14475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传统Git模式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00971-61A6-4E68-B18D-B24EB8F1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14475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演化式主线模式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F4800-3AFD-4DCA-AC40-EA4A8CAC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solidFill>
              <a:srgbClr val="F7F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51BCB-DC8E-497E-A2DC-1D2427C3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主线定义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CB117-F646-401C-B671-66F35CBB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57400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长期固定的集成中心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A68A0-1A9E-494C-988A-4581BA93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5740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当前最成熟的产品基线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00050" y="2571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EB27E-B902-4310-99F5-178D3B13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侧分支定位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31852-7597-4DED-85CB-0B61D3B1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24150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短期、单功能、完成即合并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4454C-59F1-4741-8B41-FAE72C2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241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可长期演化并升级身份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00050" y="3238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7C0A5-2114-485B-9772-77B88377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solidFill>
              <a:srgbClr val="F7F7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32516-DB12-4DF7-BABB-E6324710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创新方式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3EC4D-3333-4D61-80A4-81B5BFE2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390900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中心吸收功能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71B43-36AF-48AE-ACB8-68D10FCC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9090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多路线试验，成熟路线晋升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00050" y="3905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AD3D2-175A-4A00-B7ED-48037C35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576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合并目标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89236-3D6B-4FF9-AA76-F1576AEE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057650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功能回归原main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EABE5-347F-426B-B73F-CCB81FFD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576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候选路线成为下一代main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400050" y="4572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2F8F5B-18D9-4A0C-A241-C4411922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solidFill>
              <a:srgbClr val="F7F7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F792D4-FC25-4A65-B7F2-C0F0D0CB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适用环境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036238-4D21-4B05-9AE6-E455B4FF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724400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稳定需求、多人协作、持续交付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0141CC-B8A1-49C0-83FA-3016EBE4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2440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AI快速试验、产品路线持续变化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523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F59C6D-65B6-41A2-8FF0-9FCA262F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主要风险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D2ECFD-CCB0-4513-8456-4A43C0D8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391150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流程重、创新受主线约束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5308E3-1CCC-452D-B705-B1490FFE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91150"/>
            <a:ext cx="440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长期分叉、能力漂移、治理复杂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400050" y="5905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016551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F477CC-7D40-4DC8-882B-AB794B63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演化式策略放大产品创新，也提高治理成本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5F8F4-79B4-4CB6-8586-3DD65FF9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5EF7F-E11E-4CAF-9B4F-79DCF312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8B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E8B67"/>
                </a:solidFill>
                <a:latin typeface="Helvetica Neue"/>
                <a:ea typeface="Helvetica Neue"/>
                <a:cs typeface="Helvetica Neue"/>
              </a:rPr>
              <a:t>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5B99E-3A34-4EBF-A1AD-D9A2E221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191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不让旧主线限制下一代产品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小实验可逐步成长为综合方案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AI多方案并行探索成本更低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  新路线成熟前，旧系统保持稳定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05  允许产品能力决定分支地位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5953125" y="1476375"/>
            <a:ext cx="0" cy="409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6B683-0BDF-4C0E-83BF-76DFCAEB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D94A4A"/>
                </a:solidFill>
                <a:latin typeface="Helvetica Neue"/>
                <a:ea typeface="Helvetica Neue"/>
                <a:cs typeface="Helvetica Neue"/>
              </a:rPr>
              <a:t>劣势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E89FF-06D1-4429-9337-D1CF2B16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01  长期分支更容易出现冲突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02  正式修复可能遗漏在某条路线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03  分支身份容易与实际能力不符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04  最终可能无法通过普通合并整合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05  对测试、文档和决策机制要求更高</a:t>
            </a:r>
          </a:p>
        </p:txBody>
      </p:sp>
    </p:spTree>
    <p:extLst>
      <p:ext uri="{BB962C8B-B14F-4D97-AF65-F5344CB8AC3E}">
        <p14:creationId xmlns:p14="http://schemas.microsoft.com/office/powerpoint/2010/main" val="358256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63270E-CEEE-4A8E-B19F-3AC4E212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四项治理机制把“分支竞争”控制在可管理范围内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1B44D-3F4C-407C-9017-DEDBE655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259AB-07BD-466B-8977-A5B8AC4B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601AE-8E8A-4A53-8F1C-1589A7C8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524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能力登记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CA672-415F-41C3-A13C-29B37499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14550"/>
            <a:ext cx="452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记录每条路线已有、缺失和待迁移能力，避免凭印象判断。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114425" y="32385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3A0D2-0062-416E-9D95-E52F8C27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240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EA1B0-EE56-4323-9656-1AD97537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524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双向同步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8416C-CCFA-44D3-B1D8-9686933B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14550"/>
            <a:ext cx="452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正式Bug先在正式修复分支解决，再同步到所有仍活跃的产品路线。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6924675" y="32385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614C2-DB9D-4311-BE90-970AA1B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CB5A9-B406-49C4-8234-D8302152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671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数据隔离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25A32-5D19-4070-9C06-60DA5F47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57675"/>
            <a:ext cx="452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路演分支连接独立数据库；Mock数据通过初始化脚本重复重建。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114425" y="53816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56243-7FEC-4647-9E64-BBC8C970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671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5BA38-2D8B-4392-9171-4E72ED32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6671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晋升评审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454E1-51D9-49DD-A275-4EC1C02A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57675"/>
            <a:ext cx="452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候选主线必须经过业务、数据、权限、部署和回退联合验收。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6924675" y="53816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338498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CD13D1-1BA6-4335-A508-7B731526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AI协作必须先声明边界，再允许修改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C3DF0-73F6-4006-915F-2190404A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EC2AA-C628-4251-BC8C-1C290141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3381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9F44A-4235-4BA0-9278-88C8AD36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任务开始前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A7C1C-135B-49A6-8DB6-EB8D6B08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571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确认当前分支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确认工作区状态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说明允许修改目录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说明禁止修改范围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说明是否可操作数据库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D17D8-98CC-4CC7-B200-642BBFB1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81125"/>
            <a:ext cx="3381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EDD66-5F35-449A-8A83-E3B43457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14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任务执行中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C4649-EE32-4B0B-8954-033315B8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28875"/>
            <a:ext cx="285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小步提交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UI、业务、数据分开提交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发现越界立即暂停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复杂改造及时升级分支身份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2BA2A-86AB-4597-864F-149C50CE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81125"/>
            <a:ext cx="33813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C4F73-CD8A-4FB9-B0AC-FFDDECBB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145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任务完成后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65097-6DAE-43D8-85F2-4C1A74F4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28875"/>
            <a:ext cx="2571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检查文件范围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检查业务条件变化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检查数据库迁移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记录验证结果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保证提交可独立回退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8FCDA-A0D1-43B3-918A-12105FF6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AI提升的是试验速度；治理机制决定这些试验能否成为可信产品。</a:t>
            </a:r>
          </a:p>
        </p:txBody>
      </p:sp>
    </p:spTree>
    <p:extLst>
      <p:ext uri="{BB962C8B-B14F-4D97-AF65-F5344CB8AC3E}">
        <p14:creationId xmlns:p14="http://schemas.microsoft.com/office/powerpoint/2010/main" val="3501879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8153D-E2A3-4BF1-926D-DE3B337D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建议结论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F3449-C88F-4AE1-A7AF-DC75CA6C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采用演化式主线管理，</a:t>
            </a:r>
          </a:p>
          <a:p xmlns:a="http://schemas.openxmlformats.org/drawingml/2006/main">
            <a:pPr algn="l">
              <a:defRPr sz="4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但必须建立“身份升级 + 候选验收 + 旧版归档”机制。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4000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E70EA-AAA9-4491-A048-1040BA46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当前落地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ADE11-7ED8-443E-A66E-67B58F6E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main 保持稳定基线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87725-F362-42AC-8822-251E041F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demo 独立数据环境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651B5-4EFB-484F-B324-9517A68E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905375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UI分支按实际能力决定是否升级为 evolution/product-v2</a:t>
            </a:r>
          </a:p>
        </p:txBody>
      </p:sp>
    </p:spTree>
    <p:extLst>
      <p:ext uri="{BB962C8B-B14F-4D97-AF65-F5344CB8AC3E}">
        <p14:creationId xmlns:p14="http://schemas.microsoft.com/office/powerpoint/2010/main" val="783872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2026-07-31T03:18:15.6760000Z</dcterms:created>
  <dcterms:modified xsi:type="dcterms:W3CDTF">2026-07-31T03:18:15.6760000Z</dcterms:modified>
</coreProperties>
</file>